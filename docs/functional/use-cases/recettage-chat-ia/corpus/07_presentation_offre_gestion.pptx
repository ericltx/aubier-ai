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FFA2C0-0F52-31CB-46E9-26E9905D2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3F69D5-973B-2F49-5215-43117DBC0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6BD044-7290-B9D3-7653-08D03A89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A12-2F63-4B63-8505-9BAACFE7F766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D5F2E9-5FB3-9B4D-33F1-90670D42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2E074E-558A-93F6-D490-F825138D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9B35-75E2-485F-BB08-321AB947F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144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5F0435-59FB-00A7-6E44-FC1A449E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6AF5DB-CCC3-F40E-FD09-1F5A490C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173ADD-462E-C111-8E3E-656341428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A12-2F63-4B63-8505-9BAACFE7F766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407D22-85E2-08F8-EE18-9CD606F0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5C05DA-6164-F46E-B208-C6681279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9B35-75E2-485F-BB08-321AB947F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515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602E8D-472B-5DD7-ACDB-A31DD19A2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CC6A2F-C870-9AD9-B6F9-35FBC8B5E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DB87BD-933E-25EF-D3F7-93E20DA9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A12-2F63-4B63-8505-9BAACFE7F766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A63CB5-9E0E-C966-87C8-0D5D36FD8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97151A-350D-369C-0713-E22B9A3D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9B35-75E2-485F-BB08-321AB947F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576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0A833C-327B-C378-9A7F-A1202080B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4FA246-F62E-142D-C8CB-59818CFC27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7B36C1-DFC0-0AE4-832D-AFBFF0E59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9279FB-F388-6FE6-3DC1-CB5D3354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A12-2F63-4B63-8505-9BAACFE7F766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B8D0E6-EC11-ED18-93EE-7CFB8E48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BF0F83-C2AF-284C-952E-7B79487FC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9B35-75E2-485F-BB08-321AB947F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833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388B8C-4518-DB11-0F15-4F5A54C4B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D4AFC0-E1C2-E427-6A57-79609C1AE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5A6B9EC-C332-2660-9031-35A4266B4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12F563-D3A4-8606-7BCD-7D4C7E4893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B5D448F-73A8-820A-C3C8-A1F00AB2D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7FB98D3-7521-9F2F-E242-B03665C2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A12-2F63-4B63-8505-9BAACFE7F766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EF72C71-4E3B-FF46-1C39-039239C4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59BFDDD-E282-82FA-9695-BCEEEC3F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9B35-75E2-485F-BB08-321AB947F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5868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3FF91-B686-6F21-9430-2C483156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FC670D2-E040-CA8C-6D4A-CD80C4CC8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A12-2F63-4B63-8505-9BAACFE7F766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DA34B1A-8AB7-13C2-A95F-8FC1225E2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DFAB1FA-90BE-48D9-DE6F-5ECC6897F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9B35-75E2-485F-BB08-321AB947F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5634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1E4F0AD-EB43-8B35-C4FD-86458A84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A12-2F63-4B63-8505-9BAACFE7F766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A3E263-F8AC-87FB-6E2C-3F19767B2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9BEF30-3946-877C-3977-D38F0243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9B35-75E2-485F-BB08-321AB947F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71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5567A-F0C7-BBD5-1C6B-39CB140C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149C2A-3C75-9894-F2DE-FBDB9C0E2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CE6A5C-D91A-8E1B-3FF2-01AF540E5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6938230-969E-6F52-B4A8-42B20B590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A12-2F63-4B63-8505-9BAACFE7F766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AC7C5E-8B19-FEAA-9661-13D176B0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A1FC35-AB2F-2C7A-79A7-037CE498E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9B35-75E2-485F-BB08-321AB947F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632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EB67BA-F02C-B8AE-65A2-E3B415FA3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F02240B-F857-E80B-C2B4-F60024D307A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BB21ED-5E99-A27C-6825-ACF91CBAB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65CC97-90DE-0311-6C60-5DB9224B7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A12-2F63-4B63-8505-9BAACFE7F766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C4D275F-1F80-B012-08F1-BD7EC855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450B72-EB22-73D2-8EF4-EA2DAB41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9B35-75E2-485F-BB08-321AB947F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488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0224C-3552-F683-1D1C-1ECA17DF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F1FBDDD-E9A9-2C01-5D1B-67119266E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20D3F1-ABC8-3C3E-F677-F4E0FB3A2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A12-2F63-4B63-8505-9BAACFE7F766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842342-2B59-2128-1AD1-61016301E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8D08D7-6AAA-6138-9781-E95C53AA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9B35-75E2-485F-BB08-321AB947F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9402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3A627D9-7C5D-A8D3-9BE9-B93857733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827BC4-7C7B-9DCD-DDD5-90753CB68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3E4B2B-66C9-9569-F2A7-8CAE319E9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A12-2F63-4B63-8505-9BAACFE7F766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A2E097-3180-2ED4-B2F2-882740D73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E95AD6-D074-5F0F-3003-17F97E8D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9B35-75E2-485F-BB08-321AB947F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077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F75863-0EFE-AF99-6A0A-E9450F34F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38F2B4-7EA4-F396-D3F9-4F9C45D1F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5ADDF4-3E40-1BA5-5D74-52C127C09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6A12-2F63-4B63-8505-9BAACFE7F766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D46AC4-78A6-1AFF-0E27-19671A0E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4272D4-BF48-90EF-8428-A4472480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99B35-75E2-485F-BB08-321AB947F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428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A4019A0-45D5-729B-0A1E-6551F4CB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664B0C-B89E-BCC7-2ABD-DBB6CF564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955A78-75ED-3AAA-280B-4EA93D9698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16A12-2F63-4B63-8505-9BAACFE7F766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9F6B78-7F39-7011-18D6-CC2A23CD6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3470CC-AF95-B922-E907-4DFA05A3F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99B35-75E2-485F-BB08-321AB947F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7104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807DB3-2808-C01A-83FB-79CD055B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Offre Gestion Locative Sérénité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60F43D-D80F-5A8D-960B-9BAF61024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Agence Rhône Gestion (document fictif de recette)</a:t>
            </a:r>
          </a:p>
          <a:p>
            <a:r>
              <a:rPr lang="fr-FR"/>
              <a:t>Présentation à la SCI Les Tilleuls - octobre 2026</a:t>
            </a:r>
          </a:p>
          <a:p>
            <a:r>
              <a:rPr lang="fr-FR"/>
              <a:t>Contact : Sophie Martin, 07 98 76 54 32, s.martin@rhone-gestion.example</a:t>
            </a:r>
          </a:p>
        </p:txBody>
      </p:sp>
    </p:spTree>
    <p:extLst>
      <p:ext uri="{BB962C8B-B14F-4D97-AF65-F5344CB8AC3E}">
        <p14:creationId xmlns:p14="http://schemas.microsoft.com/office/powerpoint/2010/main" val="1408060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33B972-BECD-094A-6AE2-47CC76BC9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Tarifs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62A637-F53B-2086-9400-A1D28C110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Gestion courante : 6 % HT des loyers encaissés</a:t>
            </a:r>
          </a:p>
          <a:p>
            <a:r>
              <a:rPr lang="fr-FR"/>
              <a:t>Garantie loyers impayés (option) : 2,5 % TTC des loyers et charges</a:t>
            </a:r>
          </a:p>
          <a:p>
            <a:r>
              <a:rPr lang="fr-FR"/>
              <a:t>Frais de mise en location : 12 EUR TTC par m²</a:t>
            </a:r>
          </a:p>
          <a:p>
            <a:r>
              <a:rPr lang="fr-FR"/>
              <a:t>État des lieux : 3 EUR TTC par m²</a:t>
            </a:r>
          </a:p>
        </p:txBody>
      </p:sp>
    </p:spTree>
    <p:extLst>
      <p:ext uri="{BB962C8B-B14F-4D97-AF65-F5344CB8AC3E}">
        <p14:creationId xmlns:p14="http://schemas.microsoft.com/office/powerpoint/2010/main" val="1941552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F2E212-566E-DA95-D08E-1BFF8599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Engagements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C8A4E9-5AA4-C414-03CF-E422C0A96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Reversement des loyers sous 10 jours ouvrés</a:t>
            </a:r>
          </a:p>
          <a:p>
            <a:r>
              <a:rPr lang="fr-FR"/>
              <a:t>Relance automatique dès J+5 après l'échéance</a:t>
            </a:r>
          </a:p>
          <a:p>
            <a:r>
              <a:rPr lang="fr-FR"/>
              <a:t>Commandement de payer par commissaire de justice dès le 2e impayé</a:t>
            </a:r>
          </a:p>
          <a:p>
            <a:r>
              <a:rPr lang="fr-FR"/>
              <a:t>Reporting mensuel et accès extranet</a:t>
            </a:r>
          </a:p>
        </p:txBody>
      </p:sp>
    </p:spTree>
    <p:extLst>
      <p:ext uri="{BB962C8B-B14F-4D97-AF65-F5344CB8AC3E}">
        <p14:creationId xmlns:p14="http://schemas.microsoft.com/office/powerpoint/2010/main" val="26458701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Grand écran</PresentationFormat>
  <Paragraphs>14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Offre Gestion Locative Sérénité</vt:lpstr>
      <vt:lpstr>Tarifs</vt:lpstr>
      <vt:lpstr>Engagements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Le Texier</dc:creator>
  <cp:lastModifiedBy>Eric Le Texier</cp:lastModifiedBy>
  <cp:revision>1</cp:revision>
  <dcterms:created xsi:type="dcterms:W3CDTF">2026-10-12T23:06:05Z</dcterms:created>
  <dcterms:modified xsi:type="dcterms:W3CDTF">2026-10-12T23:06:05Z</dcterms:modified>
</cp:coreProperties>
</file>